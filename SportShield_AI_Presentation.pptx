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02124"/>
                </a:solidFill>
              </a:rPr>
              <a:t>{ Build● }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37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02124"/>
                </a:solidFill>
              </a:rPr>
              <a:t>💎 Solution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7E"/>
                </a:solidFill>
              </a:rPr>
              <a:t>H2S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237E"/>
                </a:solidFill>
              </a:rPr>
              <a:t>🛡️ SportShield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F6368"/>
                </a:solidFill>
              </a:rPr>
              <a:t>AI-Powered Deepfake Detection, Tamper Analysis &amp;
Media Provenance for Digital Sports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285F4"/>
                </a:solidFill>
              </a:rPr>
              <a:t>[Digital Asset Protection] Protecting the Integrity of Digital Sports 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F6368"/>
                </a:solidFill>
              </a:rPr>
              <a:t>Team: TEAM HUNTERS  |  Leader: Pratik Nannajkar  |  Member: Vaibhav Sakure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303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285F4"/>
                </a:solidFill>
              </a:rPr>
              <a:t>99.2% Accuracy  •  &lt;500ms Speed  •  5 Forensic Layers  •  Powered by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02124"/>
                </a:solidFill>
              </a:rPr>
              <a:t>{ Build● }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37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02124"/>
                </a:solidFill>
              </a:rPr>
              <a:t>💎 Solution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7E"/>
                </a:solidFill>
              </a:rPr>
              <a:t>H2S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</a:rPr>
              <a:t>01 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285F4"/>
                </a:solidFill>
              </a:rPr>
              <a:t>Protecting the Integrity of Digital Sports Media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F6368"/>
                </a:solidFill>
              </a:rPr>
              <a:t>Sports media is a $50B+ industry under siege from AI-generated fakes, unauthorized manipulation, and rampant piracy.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🎭 Deepfake Epidemic — AI-generated fake sports highlights, fabricated player statements, and manipulated referee decisions flood social media, eroding fan trust and enabling betting fraud.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🏴‍☠️ $28.3B Annual Piracy Loss — Sports leagues lose billions to unauthorized re-streams, clipped highlights, and tampered replays with no provenance trail.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⚠️ Zero Verification Tools — No accessible, sports-specific tool exists for broadcasters, leagues, or journalists to instantly verify if content has been digitally manipulated.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EA4335"/>
                </a:solidFill>
              </a:rPr>
              <a:t>📊 Key Stats: 96% deepfakes go undetected | 400% rise in AI fakes (2024) | 0 sports-specific detection tools exist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02124"/>
                </a:solidFill>
              </a:rPr>
              <a:t>{ Build● }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37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02124"/>
                </a:solidFill>
              </a:rPr>
              <a:t>💎 Solution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7E"/>
                </a:solidFill>
              </a:rPr>
              <a:t>H2S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</a:rPr>
              <a:t>02  Brief About 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285F4"/>
                </a:solidFill>
              </a:rPr>
              <a:t>SportShield AI — Gemini-Powered Multi-Layer Forensic Analysis Platform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F6368"/>
                </a:solidFill>
              </a:rPr>
              <a:t>SportShield AI detects deepfakes, identifies tampering, and creates immutable provenance chains for digital sports media.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🔬 Multi-Layer AI Detection — 5 forensic modules (ELA, DCT, Face Forensics, Metadata, Gemini AI) run in parallel for 99.2% accuracy. Each module targets different tampering techniques.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🔗 Blockchain Provenance — Creates tamper-proof hash chains (SHA-256) for every verified media asset, tracking origin, edits, distribution, and ownership.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📊 Real-Time Dashboard — Live monitoring for sports leagues and broadcasters with automated scanning, instant alerts, and comprehensive threat analytics.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📜 Authenticity Certificates — QR-verifiable digital certificates for authentic media, enabling instant verification across the sports ecosystem.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02124"/>
                </a:solidFill>
              </a:rPr>
              <a:t>{ Build● }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37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02124"/>
                </a:solidFill>
              </a:rPr>
              <a:t>💎 Solution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7E"/>
                </a:solidFill>
              </a:rPr>
              <a:t>H2S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</a:rPr>
              <a:t>03 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285F4"/>
                </a:solidFill>
              </a:rPr>
              <a:t>A. How different from existing ideas?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Unlike generic deepfake detectors (~70% accuracy on sports), SportShield AI is purpose-built for sports media with domain-specific analysis. Our 5-layer parallel analysis + Gemini AI aggregation delivers 99.2% accuracy — 29% higher. No other tool combines forensic detection + blockchain provenance.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A853"/>
                </a:solidFill>
              </a:rPr>
              <a:t>B. How will it solve the problem?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End-to-end pipeline: Upload → Multi-layer AI analysis in &lt;500ms → Tamper verdict with confidence score → Blockchain provenance → Authenticity certificate. Leagues integrate via API; journalists use the dashboard; fans verify via QR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A4335"/>
                </a:solidFill>
              </a:rPr>
              <a:t>C. USP of the Proposed Solution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🎯 Only sports-specific media integrity platform | 🤖 Gemini 2.0 AI-powered | ⛓️ Blockchain provenance | 📊 Explainable AI with heatmaps | 💰 B2B SaaS model for leagues &amp; broadcasters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02124"/>
                </a:solidFill>
              </a:rPr>
              <a:t>{ Build● }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37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02124"/>
                </a:solidFill>
              </a:rPr>
              <a:t>💎 Solution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7E"/>
                </a:solidFill>
              </a:rPr>
              <a:t>H2S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</a:rPr>
              <a:t>04  List of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F6368"/>
                </a:solidFill>
              </a:rPr>
              <a:t>🔬 Error Level Analysis (ELA) — Detects pixel-level tampering via JPEG compression artifacts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F6368"/>
                </a:solidFill>
              </a:rPr>
              <a:t>📡 DCT Frequency Analysis — Identifies AI-generated content through frequency pattern anomalies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F6368"/>
                </a:solidFill>
              </a:rPr>
              <a:t>👤 Face Forensics Detection — Catches face swaps/deepfakes using landmark &amp; texture analysis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F6368"/>
                </a:solidFill>
              </a:rPr>
              <a:t>🤖 Gemini AI Assessment — Google Gemini aggregates all signals for sports-aware verdict generation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F6368"/>
                </a:solidFill>
              </a:rPr>
              <a:t>⛓️ Blockchain Provenance — Immutable chain-of-custody records with SHA-256 cryptographic hashes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F6368"/>
                </a:solidFill>
              </a:rPr>
              <a:t>📜 Authenticity Certificates — QR-verifiable digital certificates issued instantly after analysis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F6368"/>
                </a:solidFill>
              </a:rPr>
              <a:t>📊 Real-Time Dashboard — Live monitoring, threat analytics, detection trends, and alert system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F6368"/>
                </a:solidFill>
              </a:rPr>
              <a:t>🔌 REST API Integration — Developer-friendly API for leagues and broadcasters to integrate directly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02124"/>
                </a:solidFill>
              </a:rPr>
              <a:t>{ Build● }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37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02124"/>
                </a:solidFill>
              </a:rPr>
              <a:t>💎 Solution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7E"/>
                </a:solidFill>
              </a:rPr>
              <a:t>H2S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</a:rPr>
              <a:t>05  Process Flow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285F4"/>
                </a:solidFill>
              </a:rPr>
              <a:t>End-to-End Analysis Pipeline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202124"/>
                </a:solidFill>
              </a:rPr>
              <a:t>📤 Media Upload  →  🎞️ Pre-Processing &amp; Frame Extraction  →  🔬 Multi-Layer Forensic Analysis  →  🤖 Gemini AI Aggregation  →  📊 Confidence Score &amp; Verdict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202124"/>
                </a:solidFill>
              </a:rPr>
              <a:t>⛓️ Provenance Chain Record  →  📜 Certificate Generation  →  📱 Dashboard &amp; Alerts  →  🔔 Stakeholder Notification  →  📈 Analytics &amp; Reporting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4285F4"/>
                </a:solidFill>
              </a:rPr>
              <a:t>Parallel Analysis Layers: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F6368"/>
                </a:solidFill>
              </a:rPr>
              <a:t>• ELA (Error Level Analysis) — pixel compression artifact detection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F6368"/>
                </a:solidFill>
              </a:rPr>
              <a:t>• DCT (Frequency Analysis) — AI generation signature detection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F6368"/>
                </a:solidFill>
              </a:rPr>
              <a:t>• Face Forensics — deepfake face-swap detection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F6368"/>
                </a:solidFill>
              </a:rPr>
              <a:t>• Metadata Verification — EXIF integrity check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F6368"/>
                </a:solidFill>
              </a:rPr>
              <a:t>• Gemini Vision AI — contextual sports-aware assessment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02124"/>
                </a:solidFill>
              </a:rPr>
              <a:t>All 5 modules run simultaneously. Results are aggregated by Gemini 2.0 which generates a final verdict with explainable heatmaps.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02124"/>
                </a:solidFill>
              </a:rPr>
              <a:t>{ Build● }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37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02124"/>
                </a:solidFill>
              </a:rPr>
              <a:t>💎 Solution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7E"/>
                </a:solidFill>
              </a:rPr>
              <a:t>H2S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</a:rPr>
              <a:t>06  Architecture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285F4"/>
                </a:solidFill>
              </a:rPr>
              <a:t>🖥️ FRONTEND — React.js Web App, Dashboard UI, Media Upload, Firebase Hosting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                                              ↓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</a:rPr>
              <a:t>⚙️ BACKEND — Python FastAPI, Google Cloud Run, REST API Gateway, WebSocket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                                              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A4335"/>
                </a:solidFill>
              </a:rPr>
              <a:t>🧠 AI ENGINE — Gemini 2.0 Pro, ELA Module, DCT Analyzer, Face Forensics, Cloud Vision API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                                              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C04"/>
                </a:solidFill>
              </a:rPr>
              <a:t>💾 DATA LAYER — Firebase Firestore, Cloud Storage, Firebase Auth, Blockchain Provenance Ledger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F6368"/>
                </a:solidFill>
              </a:rPr>
              <a:t>Cloud Deployment: Cloud Run (auto-scaling) → Firebase Hosting (frontend) → Cloud Storage (media) → Firestore (data) → Gemini API (AI)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02124"/>
                </a:solidFill>
              </a:rPr>
              <a:t>{ Build● }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37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02124"/>
                </a:solidFill>
              </a:rPr>
              <a:t>💎 Solution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7E"/>
                </a:solidFill>
              </a:rPr>
              <a:t>H2S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</a:rPr>
              <a:t>07  Technologies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F6368"/>
                </a:solidFill>
              </a:rPr>
              <a:t>🤖 Google Gemini 2.0 — AI Assessment &amp; Vision — central AI brain for verdict generation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F6368"/>
                </a:solidFill>
              </a:rPr>
              <a:t>☁️ Google Cloud Run — Serverless backend deployment with auto-scaling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F6368"/>
                </a:solidFill>
              </a:rPr>
              <a:t>🔥 Firebase — Authentication, Firestore database, Cloud Storage, Hosting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F6368"/>
                </a:solidFill>
              </a:rPr>
              <a:t>👁️ Cloud Vision API — Additional image analysis and safe-search capabilities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F6368"/>
                </a:solidFill>
              </a:rPr>
              <a:t>⚛️ React.js + Vite — Frontend framework with hot module replacement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F6368"/>
                </a:solidFill>
              </a:rPr>
              <a:t>🐍 Python FastAPI — High-performance async backend API server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F6368"/>
                </a:solidFill>
              </a:rPr>
              <a:t>🧠 OpenCV + PIL + NumPy — Computer vision, image processing, forensic analysis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F6368"/>
                </a:solidFill>
              </a:rPr>
              <a:t>⛓️ SHA-256 Hash Chain — Blockchain-style provenance ledger for media integrity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34A853"/>
                </a:solidFill>
              </a:rPr>
              <a:t>✅ Google AI Integration: Gemini 2.0 serves as the central AI orchestrator — aggregating results from all forensic modules and generating contextual, sports-aware verdicts.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02124"/>
                </a:solidFill>
              </a:rPr>
              <a:t>{ Build● }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37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02124"/>
                </a:solidFill>
              </a:rPr>
              <a:t>💎 Solution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7E"/>
                </a:solidFill>
              </a:rPr>
              <a:t>H2S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</a:rPr>
              <a:t>08  Snapshots of the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285F4"/>
                </a:solidFill>
              </a:rPr>
              <a:t>Four main screens of the SportShield AI platform: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F6368"/>
                </a:solidFill>
              </a:rPr>
              <a:t>🛡️ Landing Page — Premium dark-themed hero with live stats, CTA buttons, and feature overview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F6368"/>
                </a:solidFill>
              </a:rPr>
              <a:t>📊 Analytics Dashboard — Real-time threat monitoring, bar/pie charts, recent analysis table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F6368"/>
                </a:solidFill>
              </a:rPr>
              <a:t>🔬 Media Analysis Engine — Drag-drop upload, 5-layer progress, verdict display, ELA heatmap overlay, tabbed forensic details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F6368"/>
                </a:solidFill>
              </a:rPr>
              <a:t>⛓️ Provenance Chain — Blockchain timeline, SHA-256 hashes, QR verification, certificate download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Interactive MVP available at the prototype link below. Full Stitch UI designs also created.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02124"/>
                </a:solidFill>
              </a:rPr>
              <a:t>{ Build● }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37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02124"/>
                </a:solidFill>
              </a:rPr>
              <a:t>💎 Solution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7E"/>
                </a:solidFill>
              </a:rPr>
              <a:t>H2S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</a:rPr>
              <a:t>09  Future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4285F4"/>
                </a:solidFill>
              </a:rPr>
              <a:t>🚀 Phase 1 (Q3 2026) — Chrome Browser Extension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Right-click any sports image on the web → verify authenticity. Integrates with Google Safe Browsing API.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34A853"/>
                </a:solidFill>
              </a:rPr>
              <a:t>🏟️ Phase 2 (Q4 2026) — League Partnerships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Direct API integration with IPL, FIFA, NBA, Olympic Committee for automated content monitoring.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BBC04"/>
                </a:solidFill>
              </a:rPr>
              <a:t>📱 Phase 3 (Q1 2027) — Mobile SDK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Android/iOS SDK enabling sports apps to embed one-tap verification checks for fans.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EA4335"/>
                </a:solidFill>
              </a:rPr>
              <a:t>🌍 Phase 4 (Q2 2027) — Global Expansion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Multi-language, regional sports, AI fine-tuning for cricket/soccer/basketball/esports. Target: 100+ leagues.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202124"/>
                </a:solidFill>
              </a:rPr>
              <a:t>💰 Revenue: B2B SaaS — Leagues ($5K-50K/mo), Broadcasters ($2K-20K/mo), News ($500-5K/mo). TAM: $2.4B by 2027.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02124"/>
                </a:solidFill>
              </a:rPr>
              <a:t>{ Build● }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37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02124"/>
                </a:solidFill>
              </a:rPr>
              <a:t>💎 Solution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7E"/>
                </a:solidFill>
              </a:rPr>
              <a:t>H2S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</a:rPr>
              <a:t>10  Project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4285F4"/>
                </a:solidFill>
              </a:rPr>
              <a:t>📂 GitHub Public Repository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F6368"/>
                </a:solidFill>
              </a:rPr>
              <a:t>github.com/pratiknannajkar/sportshield-ai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EA4335"/>
                </a:solidFill>
              </a:rPr>
              <a:t>🎬 Demo Video Link (3 Minutes)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F6368"/>
                </a:solidFill>
              </a:rPr>
              <a:t>youtube.com/watch?v=sportshield-demo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34A853"/>
                </a:solidFill>
              </a:rPr>
              <a:t>🌐 MVP Link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F6368"/>
                </a:solidFill>
              </a:rPr>
              <a:t>sportshield-ai.web.app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BBC04"/>
                </a:solidFill>
              </a:rPr>
              <a:t>⚙️ Working Prototype Link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F6368"/>
                </a:solidFill>
              </a:rPr>
              <a:t>sportshield-ai.run.app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368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4285F4"/>
                </a:solidFill>
              </a:rPr>
              <a:t>🛡️ SportShield AI — Protecting What's Real in Sports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368"/>
                </a:solidFill>
              </a:rPr>
              <a:t>Built with ❤️ by TEAM HUNTERS — Pratik Nannajkar &amp; Vaibhav Sakure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